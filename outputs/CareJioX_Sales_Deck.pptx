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163dc78674fc7" /><Relationship Type="http://schemas.openxmlformats.org/officeDocument/2006/relationships/extended-properties" Target="/docProps/app.xml" Id="Rbe6b3bf313954465" /><Relationship Type="http://schemas.openxmlformats.org/officeDocument/2006/relationships/officeDocument" Target="/ppt/presentation.xml" Id="Rbc6668c368fe4c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61244db1a47cc"/>
  </p:sldMasterIdLst>
  <p:notesMasterIdLst>
    <p:notesMasterId xmlns:r="http://schemas.openxmlformats.org/officeDocument/2006/relationships" r:id="R11a4111051624004"/>
  </p:notesMasterIdLst>
  <p:sldIdLst>
    <p:sldId xmlns:r="http://schemas.openxmlformats.org/officeDocument/2006/relationships" id="256" r:id="Ra36677600d6d4ccd"/>
    <p:sldId xmlns:r="http://schemas.openxmlformats.org/officeDocument/2006/relationships" id="257" r:id="R829bf9038d2d4bd9"/>
    <p:sldId xmlns:r="http://schemas.openxmlformats.org/officeDocument/2006/relationships" id="258" r:id="Ra4073beaf62c4490"/>
    <p:sldId xmlns:r="http://schemas.openxmlformats.org/officeDocument/2006/relationships" id="259" r:id="R49136b0c70924a06"/>
    <p:sldId xmlns:r="http://schemas.openxmlformats.org/officeDocument/2006/relationships" id="260" r:id="R85aae0667a384195"/>
    <p:sldId xmlns:r="http://schemas.openxmlformats.org/officeDocument/2006/relationships" id="261" r:id="R73977612484545d5"/>
    <p:sldId xmlns:r="http://schemas.openxmlformats.org/officeDocument/2006/relationships" id="262" r:id="R0ea5681313c34df1"/>
    <p:sldId xmlns:r="http://schemas.openxmlformats.org/officeDocument/2006/relationships" id="263" r:id="R92b04b467d2a4b60"/>
    <p:sldId xmlns:r="http://schemas.openxmlformats.org/officeDocument/2006/relationships" id="264" r:id="Re3355394ce6b4d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b3e1f5a82d4419" /><Relationship Type="http://schemas.openxmlformats.org/officeDocument/2006/relationships/slideMaster" Target="/ppt/slideMasters/slideMaster1.xml" Id="Rdc061244db1a47cc" /><Relationship Type="http://schemas.openxmlformats.org/officeDocument/2006/relationships/notesMaster" Target="/ppt/notesMasters/notesMaster1.xml" Id="R11a4111051624004" /><Relationship Type="http://schemas.openxmlformats.org/officeDocument/2006/relationships/presProps" Target="/ppt/presProps.xml" Id="R6c2097c8a0a34ea2" /><Relationship Type="http://schemas.openxmlformats.org/officeDocument/2006/relationships/tableStyles" Target="/ppt/tableStyles.xml" Id="Re9bbc72ce8ec4d9b" /><Relationship Type="http://schemas.openxmlformats.org/officeDocument/2006/relationships/slide" Target="/ppt/slides/slide1.xml" Id="Ra36677600d6d4ccd" /><Relationship Type="http://schemas.openxmlformats.org/officeDocument/2006/relationships/slide" Target="/ppt/slides/slide2.xml" Id="R829bf9038d2d4bd9" /><Relationship Type="http://schemas.openxmlformats.org/officeDocument/2006/relationships/slide" Target="/ppt/slides/slide3.xml" Id="Ra4073beaf62c4490" /><Relationship Type="http://schemas.openxmlformats.org/officeDocument/2006/relationships/slide" Target="/ppt/slides/slide4.xml" Id="R49136b0c70924a06" /><Relationship Type="http://schemas.openxmlformats.org/officeDocument/2006/relationships/slide" Target="/ppt/slides/slide5.xml" Id="R85aae0667a384195" /><Relationship Type="http://schemas.openxmlformats.org/officeDocument/2006/relationships/slide" Target="/ppt/slides/slide6.xml" Id="R73977612484545d5" /><Relationship Type="http://schemas.openxmlformats.org/officeDocument/2006/relationships/slide" Target="/ppt/slides/slide7.xml" Id="R0ea5681313c34df1" /><Relationship Type="http://schemas.openxmlformats.org/officeDocument/2006/relationships/slide" Target="/ppt/slides/slide8.xml" Id="R92b04b467d2a4b60" /><Relationship Type="http://schemas.openxmlformats.org/officeDocument/2006/relationships/slide" Target="/ppt/slides/slide9.xml" Id="Re3355394ce6b4d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045067af6b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db0b537e114931" /><Relationship Type="http://schemas.openxmlformats.org/officeDocument/2006/relationships/notesMaster" Target="/ppt/notesMasters/notesMaster1.xml" Id="Rc73f6a3fc3d0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8f3b80cdc4265" /><Relationship Type="http://schemas.openxmlformats.org/officeDocument/2006/relationships/notesMaster" Target="/ppt/notesMasters/notesMaster1.xml" Id="R8598961eb4c14c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994afaeac64207" /><Relationship Type="http://schemas.openxmlformats.org/officeDocument/2006/relationships/notesMaster" Target="/ppt/notesMasters/notesMaster1.xml" Id="R9667a77d9dcb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b774a2daa04b8f" /><Relationship Type="http://schemas.openxmlformats.org/officeDocument/2006/relationships/notesMaster" Target="/ppt/notesMasters/notesMaster1.xml" Id="R2c6f7947682742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585ac4edb4884" /><Relationship Type="http://schemas.openxmlformats.org/officeDocument/2006/relationships/notesMaster" Target="/ppt/notesMasters/notesMaster1.xml" Id="Rb668285b5c67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bb88d7baef4aab" /><Relationship Type="http://schemas.openxmlformats.org/officeDocument/2006/relationships/notesMaster" Target="/ppt/notesMasters/notesMaster1.xml" Id="R051c9b0a745d4b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0692f67d924a38" /><Relationship Type="http://schemas.openxmlformats.org/officeDocument/2006/relationships/notesMaster" Target="/ppt/notesMasters/notesMaster1.xml" Id="R0121971a87e347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bf64a946da4525" /><Relationship Type="http://schemas.openxmlformats.org/officeDocument/2006/relationships/notesMaster" Target="/ppt/notesMasters/notesMaster1.xml" Id="R5674e7ef746147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d8c03584664003" /><Relationship Type="http://schemas.openxmlformats.org/officeDocument/2006/relationships/notesMaster" Target="/ppt/notesMasters/notesMaster1.xml" Id="Rda1894693865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customer’s operating reality: every handoff matters. CareJioX connects the front door, the service workflow, field delivery and finance. Source image: docs/user_manual/img/ops_01_dashboard.png. Screenshot shows illustrative demo data and a white-labelled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invite the audience to recognize their own process. These are category-level operational risks, not claims about a specific customer.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story of the deck. The platform is organized around the lifecycle of care delivery rather than disconnected departmental applications.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 Command is the omnichannel work layer. Keep the wording honest: supported providers depend on configured adapters and provider approvals. Source image: a sales crop of docs/strategy/reports/care-command-phase1-evidence/02-chat-thread.png.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docs/user_manual/content/03_operations.md and docs/user_manual/img/ops_01_dashboard.png. Avoid discussing the AI Performance Coaching product; it is not part of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docs/user_manual/content/06_mobile.md and telemonitoring Phase 2 evidence. The offline PWA behavior is documented in the repository. Images contain illustrative demo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source: a sales crop of docs/strategy/reports/twin-phase3-evidence/04-risk-trajectory-chart.png and platform design documents. Finance source: docs/user_manual/content/04_finance.md and fin_01_dashboard.png.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basis: docs/strategy/DESIGN.md. Deployment, hosting, certification and specific integrations should be scoped per customer engagement rather than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specific next step: a tailored workflow demo, followed by a focused pilot. Add your preferred contact details before external distribution if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aa807ba984c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3b9bdd41a8454a" /><Relationship Type="http://schemas.openxmlformats.org/officeDocument/2006/relationships/slideLayout" Target="/ppt/slideLayouts/slideLayout1.xml" Id="Ra75421d0081943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421d0081943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a6aeddf2e485e" /><Relationship Type="http://schemas.openxmlformats.org/officeDocument/2006/relationships/image" Target="/ppt/media/image.png" Id="R1f10482fd3844838" /><Relationship Type="http://schemas.openxmlformats.org/officeDocument/2006/relationships/notesSlide" Target="/ppt/notesSlides/notesSlide1.xml" Id="Re264528ad3b749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53eaffb494006" /><Relationship Type="http://schemas.openxmlformats.org/officeDocument/2006/relationships/notesSlide" Target="/ppt/notesSlides/notesSlide2.xml" Id="R91280ef80c5241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0340c2d774153" /><Relationship Type="http://schemas.openxmlformats.org/officeDocument/2006/relationships/notesSlide" Target="/ppt/notesSlides/notesSlide3.xml" Id="Rd65373004b7148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8fa6d3b224dc4" /><Relationship Type="http://schemas.openxmlformats.org/officeDocument/2006/relationships/image" Target="/ppt/media/image2.png" Id="Rf0ce50fa94b7482d" /><Relationship Type="http://schemas.openxmlformats.org/officeDocument/2006/relationships/notesSlide" Target="/ppt/notesSlides/notesSlide4.xml" Id="R0536fbe5f7a4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58dd262d24b49" /><Relationship Type="http://schemas.openxmlformats.org/officeDocument/2006/relationships/image" Target="/ppt/media/image3.png" Id="R76be37a3010842f0" /><Relationship Type="http://schemas.openxmlformats.org/officeDocument/2006/relationships/notesSlide" Target="/ppt/notesSlides/notesSlide5.xml" Id="R94d0dd2a1feb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0e914e69c42af" /><Relationship Type="http://schemas.openxmlformats.org/officeDocument/2006/relationships/image" Target="/ppt/media/image4.png" Id="R604af7379b204385" /><Relationship Type="http://schemas.openxmlformats.org/officeDocument/2006/relationships/image" Target="/ppt/media/image5.png" Id="R7a213361526e43ee" /><Relationship Type="http://schemas.openxmlformats.org/officeDocument/2006/relationships/notesSlide" Target="/ppt/notesSlides/notesSlide6.xml" Id="R0728d5fb702946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9d05b39074dca" /><Relationship Type="http://schemas.openxmlformats.org/officeDocument/2006/relationships/image" Target="/ppt/media/image6.png" Id="R4cc97bf28e684d3d" /><Relationship Type="http://schemas.openxmlformats.org/officeDocument/2006/relationships/image" Target="/ppt/media/image7.png" Id="Rbcde6121edfd4665" /><Relationship Type="http://schemas.openxmlformats.org/officeDocument/2006/relationships/notesSlide" Target="/ppt/notesSlides/notesSlide7.xml" Id="Rf3b0b37c5b8749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b5c4fd59f49e6" /><Relationship Type="http://schemas.openxmlformats.org/officeDocument/2006/relationships/notesSlide" Target="/ppt/notesSlides/notesSlide8.xml" Id="Rdf3c9238ebac44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2ed2ca54b4717" /><Relationship Type="http://schemas.openxmlformats.org/officeDocument/2006/relationships/notesSlide" Target="/ppt/notesSlides/notesSlide9.xml" Id="Rb9f5ed35cd24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BCD54-DF94-405A-AEF0-145FF5F2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7D6C1-B512-4714-99C6-0363FB9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7087C-3164-4DA8-8078-722FFC00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FD7EA-BFD7-4CDC-9A92-CD5B4217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8576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16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operating system for connected care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E8329-6DD6-4DE7-96B9-DC59A19C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CE8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DCE8F4"/>
                </a:solidFill>
                <a:latin typeface="Helvetica Neue"/>
                <a:ea typeface="Helvetica Neue"/>
                <a:cs typeface="Helvetica Neue"/>
              </a:rPr>
              <a:t>Bring enquiries, bookings, field teams, clinical work and revenue into one accountable journey.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4AB71-AE25-4895-A1CE-8D99114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 DELIVERY • OPERATIONS • CLINICAL • FINANCE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EA6C-9022-4F3D-B472-EAD6615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"/>
            <a:ext cx="6515100" cy="58293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0482fd3844838"/>
          <a:srcRect xmlns:a="http://schemas.openxmlformats.org/drawingml/2006/main" l="16367" t="0" r="16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514350"/>
            <a:ext cx="6515100" cy="58293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1556871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B9814-8E3E-4409-AD27-78F8B241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THE OPERATIONAL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641D6A-DE56-4AFD-B2B0-0C768EE2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Fragmented tools make every care handoff harder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CB6A6-DADB-4B63-8003-93BC94A1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When teams work across inboxes, spreadsheets, paper notes and disconnected finance systems, the person receiving care becomes the integration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5F0AD-4EF7-411E-A8BF-6EE46C99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1C13A-57AA-4156-920D-828FD349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FA90A-C363-4087-A149-0EF760E7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Enquiries wait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D0EB7-2BBB-44CD-975E-954CB1A4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Messages arrive in different places, making ownership and follow-up difficult to see.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026E7-0577-4FEE-AAD6-7270B723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115C7-1F1D-4CF1-B3EB-F0D6CA4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4F4C5-5B07-4AD0-A5FD-E95DFFA3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Schedules drift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26AB4-A5F3-4DBD-AF89-022926B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Bookings, availability and assignment decisions fall out of sync as the day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5A47F-C15A-4EF8-8564-AA8380C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98962-5202-4CB7-97FB-A724D2D9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106A6-828A-4844-99A8-06582E9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Care records 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3F63B-1B50-4253-9DE9-8498489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Field activity and clinical observations reach the office late or without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0BBFE-7E46-4EFB-B971-85DE1E25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DFF0FF"/>
          </a:solidFill>
          <a:ln xmlns:a="http://schemas.openxmlformats.org/drawingml/2006/main" w="9525">
            <a:solidFill>
              <a:srgbClr val="1F66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8BACB-AD50-4380-8D1C-72B6D2C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8EEB9-240C-44BB-9333-40558983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Revenue leaks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B920D-CC59-432A-B14E-38F37373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Completed work, invoices, collections and outstanding balances require manual reconciliation.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860DC-47F7-40FA-B158-D2F330C5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6FA5F-DD26-4BF8-8EC7-AE8F4C5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8796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A4A855-CE20-4594-9927-420C914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ONE CONNECTED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42F535-1D4C-4164-AE47-6E63503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CareJioX keeps the entire service journey in one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38C74-CC4E-4504-8654-F586206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A single operational thread connects the first conversation to delivered care and financial closure.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723900" y="32194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4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5769D-E760-45A9-A6A0-2773382F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7A337-69E4-4287-9948-C79FD48D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900DF-EC29-4C23-9724-23FC3EF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6C33-A03C-4457-9283-E738F0C4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Capture enquiries and conversations.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E2FD8-0684-4A62-8B68-2A63524D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64CF7-81D9-461B-B545-8927324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6B007-E6B2-455B-B23E-CC12D58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4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687C3-B09D-4B1F-B484-4C7312D1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69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Create the service and confirm details.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20161-EF5E-4784-AB72-5AE28C03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49C1F-1E26-44D6-803E-4A694F9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732DA-CFB2-41EE-A369-406B90B1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8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Assign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E3493-1319-4197-B5FE-3942F3B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Match the right team and capacity.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E7FB1-DB20-425C-B5A7-430F99F1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7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29B40-B33F-46CE-9E70-7E8DD3DC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08D75-D560-45D7-8E24-EF0CD1AF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42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Deliver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0461F-1B27-4FA3-B54F-44257A28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Guide field work and live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B7CC7-0383-468D-B972-DD186D6B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863C7-F345-4F3D-829A-561C31E5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52202-C1B3-4CED-BA98-5CE7C165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26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Document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91249-4B4D-43FA-9BC1-3C2F0F2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21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Record notes, vitals and outcomes.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C4187-DEC3-43B5-826C-288EC89A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E8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8A1939-7A3F-47C7-A830-ACD6D4F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68333-9D63-4F1A-8827-E0955A02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11AD2-D044-4587-B5F4-3C0D1D47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Invoice, collect and follow up.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9AD918-0352-4FF5-8862-5F28C9C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48816-5EF9-48D7-B09C-CC027015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1830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3963A-8B2B-4692-B01C-6A34E110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CARE COMMAND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225DC0-7278-491F-B1A9-709DE75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Every conversation becomes a visible work item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20438-957A-40A9-85FB-B1D67FF9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95425"/>
            <a:ext cx="5781675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e50fa94b7482d"/>
          <a:srcRect xmlns:a="http://schemas.openxmlformats.org/drawingml/2006/main" l="0" t="5749" r="0" b="5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495425"/>
            <a:ext cx="5781675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84BF6-2200-4FD9-8AC9-55FF75CC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000750"/>
            <a:ext cx="5781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1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Product screenshot • illustrative demo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50028-A496-4CB6-AA64-7D1F715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000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Bring channel activity into the same care workflow—not another isolated inbox.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FE11B-7A91-46D4-B846-262DFDEE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2169E-9086-469B-A864-42914039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One team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60352-4790-42D4-B9B4-1204A2C8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See channel activity, ownership and follow-up in a shared workspace.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60D56-3560-425D-AADF-93AF6C8A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AA22A-4461-49C0-932B-AB8EBA1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Actionable triage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311B8-6321-465C-BA27-F7E98CF9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Make work that needs a reply or callback visible before it goes cold.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EB59E-CB38-48E6-83A1-F3A02F4C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8BDA1-2CB9-4A4B-AE11-547BB7D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Extensible channels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18D7D-C665-41CC-B2AE-EC7387D7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3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Connect provider adapters without changing the core conversation model.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58633-F1E2-4B22-B6E1-5835CDAB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49C67-C409-438F-BA3C-F4FE110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5365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D2BF9-D8F8-4C45-8A97-1CD6C8AB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OPERATIONS CENTER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41AC53-3D60-4E37-9535-5CEE87A2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Operations see the day as it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32F6E-C557-4D4C-8E17-FBD43CD6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59055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e37a3010842f0"/>
          <a:srcRect xmlns:a="http://schemas.openxmlformats.org/drawingml/2006/main" l="9616" t="0" r="96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95425"/>
            <a:ext cx="590550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710E2-49FE-4C52-8E8A-306E1D1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1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Product screenshot • illustrative demo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7E8B5-4E7F-4893-A81A-48F968F0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Bookings, staffing and service status stay visible from one command desk.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CBC4D-2356-4D62-94F1-40331C0F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F9E3F-B75E-460C-996E-A9835D7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Run the booking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C576F-1399-4289-A566-C131526D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See what is new, active, complete or still needs assignment.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C20A5-DB34-4534-AB9A-491A1E4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12F78-D607-43B1-951F-AE648360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Assign with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6E15A-79E5-4742-B72D-2FA1462B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052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Coordinate staff, rosters, schedules and workload.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6BDBD-8E26-4B08-9797-4440459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322E0-CF89-4B4C-8E18-40FC8C7E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Track the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1AA37-0E53-4BDB-BBF0-9E2666FD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672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Follow accepted, in-progress and completed services in real time.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127FE-51CE-4EF4-B55C-72ABA3AD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54B08-DED3-4DCE-99A5-557A3FC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2996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6D206-804F-4D5B-BF26-824EF0A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MOBILE DELIVERY AND STRUCTURED CARE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9EC1C8-E748-4E4C-B554-1235890D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Field teams carry the workflow—not the paperwork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B7E7D-F5F6-4377-8EE4-6B0911AB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af7379b204385"/>
          <a:srcRect xmlns:a="http://schemas.openxmlformats.org/drawingml/2006/main" l="0" t="475" r="0" b="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553DA-6C4D-4147-9480-F94DFADD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13361526e43ee"/>
          <a:srcRect xmlns:a="http://schemas.openxmlformats.org/drawingml/2006/main" l="439" t="0" r="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3175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6F829-E75D-463D-B2FE-48D8FA9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visit in the nurse’s hand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3E8E0-47D9-4B03-9912-4E01F462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538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Accept, start and complete assigned visits from a bilingual progressive web app designed to keep working through weak connectivity.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9CE41-329A-4FD4-AF47-D385DAAD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720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Clinical observations at the point of 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C5A6D-BD93-454F-8938-49E5DBB8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343525"/>
            <a:ext cx="538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Capture vitals and care activity within the service record so the office receives context, not disconnected notes.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238F9-0C7F-4697-AF75-B93F500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F93F1-BF9C-4193-9B79-71269E0C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Product screenshots • illustrative demo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310C3-75D2-49E2-9F47-7201D4E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809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CE7F7-D2C7-4F78-A8ED-071B85E7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ACCOUNTABILITY ACROSS CARE AND CASH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97FF26-F512-41E6-9067-54CFACCB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78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Clinical visibility and financial control share the same operational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C4552-A264-4882-B4BF-13418A58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97bf28e684d3d"/>
          <a:srcRect xmlns:a="http://schemas.openxmlformats.org/drawingml/2006/main" l="0" t="475" r="0" b="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AEF1F-F088-4B3D-A66F-A23CD60F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e6121edfd4665"/>
          <a:srcRect xmlns:a="http://schemas.openxmlformats.org/drawingml/2006/main" l="286" t="0" r="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3175" y="1514475"/>
            <a:ext cx="5381625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71172-9D85-496A-85DF-5982528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Structured risk and follow-up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12649-0372-4BC2-97BC-2A9BF304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538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Connect care plans, observations, medications, incidents and monitoring to prioritized work and accountable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D8223-AEB4-4791-81BC-ABFEFF45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720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Revenue, payments and receivables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41A4E-F2C3-46F5-8DDF-C5455D0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343525"/>
            <a:ext cx="538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Move completed services into invoicing, packages, payments, collections, receivables and Vietnamese VAT workflows.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F2092-A798-46D6-A73F-8E30103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E95DA-D88E-4410-93C1-AA11D58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Product screenshots • illustrative demo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51B6F-4510-422D-BC81-C08807DF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887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3FD23-68FB-496A-8A93-1F7AE62C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BUILT TO FIT THE OPERATING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FC366B-762C-4E03-9697-41E70BB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practical platform for care providers and technology partners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672A4-3F8F-465F-AB71-F57381D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 combines a modular Odoo 19 foundation with healthcare-specific workflows that can be configured and extended around each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7EB41-E8CE-4435-A618-E03929A9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4B184-7E7C-4B14-BCE3-5B98F44B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Modular by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B2553-4369-42D6-9C7D-074DBB45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Adopt the capabilities needed now and add channels, clinical modules, portals or integrations over time.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066800" y="375285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3B4F6-EF8A-4FC0-97FC-E54250FA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77E6E-93BE-464E-BD0C-1FBE3826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Ready for field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84680-C357-4067-8F7E-0CE2D54B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Bilingual workflows, a progressive web app and offline synchronization support mobile teams.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838950" y="375285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6C8C7-3142-4BE1-A4D3-9B9D142A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B4A19-DDDB-4CF3-B8F0-6F07C99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Controlled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AFBD-EBAE-40A9-9171-8CCFF229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Role, company and catchment-aware access keeps operational responsibilities clearly separated.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066800" y="5686425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2533E-B9E3-49FB-B71F-DB8214CD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C75D7-CEC6-4467-95D4-B72B29A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Integration-friendly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204DE-9161-45CF-91E9-905FF62B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339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Provider adapters and API-oriented architecture give partners clear extension points without rewriting the care journey.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838950" y="5686425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4D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E6B09-CB50-46D9-838D-E91F22E2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8097C-3F8B-42A0-9BA4-CEF50CCC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5579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F268A-BE2A-49B2-A91D-36AA6B6B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2E0D1-DD47-452F-ADE1-78BAFEB5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2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2A4A"/>
                </a:solidFill>
                <a:latin typeface="Helvetica Neue"/>
                <a:ea typeface="Helvetica Neue"/>
                <a:cs typeface="Helvetica Neue"/>
              </a:rPr>
              <a:t>CareJioX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FB48E-F0C5-4028-8E0F-BF940E59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See your care journey running as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FB4B1-CA43-461C-BE24-C2319586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F66C1"/>
                </a:solidFill>
                <a:latin typeface="Helvetica Neue"/>
                <a:ea typeface="Helvetica Neue"/>
                <a:cs typeface="Helvetica Neue"/>
              </a:rPr>
              <a:t>Start with a workflow-led demonstration.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ECE96-84DF-4444-8EF1-2DB3EA50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Map your channels, service lifecycle, clinical records and finance handoffs.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5F88C-0E72-48FD-AABA-4E025205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B7A"/>
                </a:solidFill>
                <a:latin typeface="Helvetica Neue"/>
                <a:ea typeface="Helvetica Neue"/>
                <a:cs typeface="Helvetica Neue"/>
              </a:rPr>
              <a:t>Leave with a scoped pilot and integration plan.</a:t>
            </a:r>
          </a:p>
        </p:txBody>
      </p:sp>
    </p:spTree>
    <p:extLst>
      <p:ext uri="{BB962C8B-B14F-4D97-AF65-F5344CB8AC3E}">
        <p14:creationId xmlns:p14="http://schemas.microsoft.com/office/powerpoint/2010/main" val="76687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2026-07-26T10:58:31.6590000Z</dcterms:created>
  <dcterms:modified xsi:type="dcterms:W3CDTF">2026-07-26T10:58:31.6590000Z</dcterms:modified>
</coreProperties>
</file>