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7952cce3ef41f7" /><Relationship Type="http://schemas.openxmlformats.org/officeDocument/2006/relationships/extended-properties" Target="/docProps/app.xml" Id="Rdedd869c98b14acd" /><Relationship Type="http://schemas.openxmlformats.org/officeDocument/2006/relationships/officeDocument" Target="/ppt/presentation.xml" Id="Rae3dc8ece77d49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6b803aa51a42f2"/>
  </p:sldMasterIdLst>
  <p:notesMasterIdLst>
    <p:notesMasterId xmlns:r="http://schemas.openxmlformats.org/officeDocument/2006/relationships" r:id="R22736793e52f4376"/>
  </p:notesMasterIdLst>
  <p:sldIdLst>
    <p:sldId xmlns:r="http://schemas.openxmlformats.org/officeDocument/2006/relationships" id="256" r:id="R392ed23d39294568"/>
    <p:sldId xmlns:r="http://schemas.openxmlformats.org/officeDocument/2006/relationships" id="257" r:id="R63c540c77ef649b4"/>
    <p:sldId xmlns:r="http://schemas.openxmlformats.org/officeDocument/2006/relationships" id="258" r:id="R4ae462e718cc4134"/>
    <p:sldId xmlns:r="http://schemas.openxmlformats.org/officeDocument/2006/relationships" id="259" r:id="R11708648b74d4291"/>
    <p:sldId xmlns:r="http://schemas.openxmlformats.org/officeDocument/2006/relationships" id="260" r:id="Ra38187dcddae4090"/>
    <p:sldId xmlns:r="http://schemas.openxmlformats.org/officeDocument/2006/relationships" id="261" r:id="Rc308dbf8d0314d95"/>
    <p:sldId xmlns:r="http://schemas.openxmlformats.org/officeDocument/2006/relationships" id="262" r:id="Rde1397b7e84447bf"/>
    <p:sldId xmlns:r="http://schemas.openxmlformats.org/officeDocument/2006/relationships" id="263" r:id="R105e1a4053c14ca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950438346e49fb" /><Relationship Type="http://schemas.openxmlformats.org/officeDocument/2006/relationships/slideMaster" Target="/ppt/slideMasters/slideMaster1.xml" Id="R8b6b803aa51a42f2" /><Relationship Type="http://schemas.openxmlformats.org/officeDocument/2006/relationships/notesMaster" Target="/ppt/notesMasters/notesMaster1.xml" Id="R22736793e52f4376" /><Relationship Type="http://schemas.openxmlformats.org/officeDocument/2006/relationships/presProps" Target="/ppt/presProps.xml" Id="R887dbab7817944bc" /><Relationship Type="http://schemas.openxmlformats.org/officeDocument/2006/relationships/tableStyles" Target="/ppt/tableStyles.xml" Id="R5d6afad5a834440d" /><Relationship Type="http://schemas.openxmlformats.org/officeDocument/2006/relationships/slide" Target="/ppt/slides/slide1.xml" Id="R392ed23d39294568" /><Relationship Type="http://schemas.openxmlformats.org/officeDocument/2006/relationships/slide" Target="/ppt/slides/slide2.xml" Id="R63c540c77ef649b4" /><Relationship Type="http://schemas.openxmlformats.org/officeDocument/2006/relationships/slide" Target="/ppt/slides/slide3.xml" Id="R4ae462e718cc4134" /><Relationship Type="http://schemas.openxmlformats.org/officeDocument/2006/relationships/slide" Target="/ppt/slides/slide4.xml" Id="R11708648b74d4291" /><Relationship Type="http://schemas.openxmlformats.org/officeDocument/2006/relationships/slide" Target="/ppt/slides/slide5.xml" Id="Ra38187dcddae4090" /><Relationship Type="http://schemas.openxmlformats.org/officeDocument/2006/relationships/slide" Target="/ppt/slides/slide6.xml" Id="Rc308dbf8d0314d95" /><Relationship Type="http://schemas.openxmlformats.org/officeDocument/2006/relationships/slide" Target="/ppt/slides/slide7.xml" Id="Rde1397b7e84447bf" /><Relationship Type="http://schemas.openxmlformats.org/officeDocument/2006/relationships/slide" Target="/ppt/slides/slide8.xml" Id="R105e1a4053c14c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6a9298024c40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d730c027f14f1e" /><Relationship Type="http://schemas.openxmlformats.org/officeDocument/2006/relationships/notesMaster" Target="/ppt/notesMasters/notesMaster1.xml" Id="Rc80a074daaa64c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0049b07cc5847b8" /><Relationship Type="http://schemas.openxmlformats.org/officeDocument/2006/relationships/notesMaster" Target="/ppt/notesMasters/notesMaster1.xml" Id="R750fd7edd69e41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ccbb194c9d4d62" /><Relationship Type="http://schemas.openxmlformats.org/officeDocument/2006/relationships/notesMaster" Target="/ppt/notesMasters/notesMaster1.xml" Id="R8d476d8fbe3849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ece25a3095466c" /><Relationship Type="http://schemas.openxmlformats.org/officeDocument/2006/relationships/notesMaster" Target="/ppt/notesMasters/notesMaster1.xml" Id="R1479e28ce7b44a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61aa3e56ccd466b" /><Relationship Type="http://schemas.openxmlformats.org/officeDocument/2006/relationships/notesMaster" Target="/ppt/notesMasters/notesMaster1.xml" Id="R705b1ba57f0140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5cbf553f5547f3" /><Relationship Type="http://schemas.openxmlformats.org/officeDocument/2006/relationships/notesMaster" Target="/ppt/notesMasters/notesMaster1.xml" Id="R17bb4cbb5fe245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f2354f6a6c4e24" /><Relationship Type="http://schemas.openxmlformats.org/officeDocument/2006/relationships/notesMaster" Target="/ppt/notesMasters/notesMaster1.xml" Id="Rc1cacd5169fb4b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4ed5ade5a54e00" /><Relationship Type="http://schemas.openxmlformats.org/officeDocument/2006/relationships/notesMaster" Target="/ppt/notesMasters/notesMaster1.xml" Id="Rbdeb34449e9a46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PerformX is a separate AI Performance Coaching proposition. Open with the management outcome: better, more consistent coaching driven by the performance context already available. Source image: .bfsi_poc/screens/uat_10_command_center.png; illustrative demo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positioning human: PerformX assists managers; it does not replace judgment or the relationship between manager and employee.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core PerformX loop. AI can support diagnosis, preparation and drafting, while the manager remains responsible for the conversation and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image: .bfsi_poc/screens/uat_20_performance.png. All people and metrics shown are illustrative demo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image: .bfsi_poc/screens/uat_02_strategy.png. Describe AI as an assistant and drafting aid, not an autonomous performance decision-maker.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image: .bfsi_poc/screens/uat_04_actionplan.png. Emphasize that the manager reviews and approves action items before they are sent.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addons/hr_development_ai/__manifest__.py, security groups and DEMO_GUIDE.md. Do not promise a compliance certification unless separately verified.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a focused pilot: one team, one KPI framework and one coaching cadence. Add preferred contact details before external distribution if needed.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2d41215cef43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ca610668284211" /><Relationship Type="http://schemas.openxmlformats.org/officeDocument/2006/relationships/slideLayout" Target="/ppt/slideLayouts/slideLayout1.xml" Id="Rcf73928dde7743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73928dde7743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3fb10eeb9149c1" /><Relationship Type="http://schemas.openxmlformats.org/officeDocument/2006/relationships/image" Target="/ppt/media/image.png" Id="R949fb213a6fb4ea8" /><Relationship Type="http://schemas.openxmlformats.org/officeDocument/2006/relationships/notesSlide" Target="/ppt/notesSlides/notesSlide1.xml" Id="Rac40caccd5a24a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bee405a0e4492" /><Relationship Type="http://schemas.openxmlformats.org/officeDocument/2006/relationships/notesSlide" Target="/ppt/notesSlides/notesSlide2.xml" Id="R10652ecea54d4a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f3c0f524d406c" /><Relationship Type="http://schemas.openxmlformats.org/officeDocument/2006/relationships/notesSlide" Target="/ppt/notesSlides/notesSlide3.xml" Id="R9290a6bb98b643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e3081c607a41d7" /><Relationship Type="http://schemas.openxmlformats.org/officeDocument/2006/relationships/image" Target="/ppt/media/image2.png" Id="R6e101a72f5fe4e79" /><Relationship Type="http://schemas.openxmlformats.org/officeDocument/2006/relationships/notesSlide" Target="/ppt/notesSlides/notesSlide4.xml" Id="R87aa0e10591946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39d6cd7a4446b" /><Relationship Type="http://schemas.openxmlformats.org/officeDocument/2006/relationships/image" Target="/ppt/media/image3.png" Id="Rc211068e0004475e" /><Relationship Type="http://schemas.openxmlformats.org/officeDocument/2006/relationships/notesSlide" Target="/ppt/notesSlides/notesSlide5.xml" Id="R7c5c2928644947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32c262c664cbc" /><Relationship Type="http://schemas.openxmlformats.org/officeDocument/2006/relationships/image" Target="/ppt/media/image4.png" Id="R0a61e1015160478c" /><Relationship Type="http://schemas.openxmlformats.org/officeDocument/2006/relationships/notesSlide" Target="/ppt/notesSlides/notesSlide6.xml" Id="R9dd4ea33e8ef47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f4a36281cf421e" /><Relationship Type="http://schemas.openxmlformats.org/officeDocument/2006/relationships/notesSlide" Target="/ppt/notesSlides/notesSlide7.xml" Id="R7f0d0145d0464c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ccec13f3e4e26" /><Relationship Type="http://schemas.openxmlformats.org/officeDocument/2006/relationships/notesSlide" Target="/ppt/notesSlides/notesSlide8.xml" Id="Rec57386149bb43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822E43-9FD1-4F04-A7EC-06E9DD6D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10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1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9C951-8E47-495A-B6EC-B042BEA7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PerformX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567C9-60B0-4B85-89D4-1AF1197D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52500"/>
            <a:ext cx="571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15BB7C-B8A9-43AB-9956-E050DD1C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76400"/>
            <a:ext cx="3857625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3832"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Turn performance data into better coaching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AF31D-7FB3-4E1B-8AFB-4FEBADCD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48125"/>
            <a:ext cx="3714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DCE8F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DCE8F4"/>
                </a:solidFill>
                <a:latin typeface="Helvetica Neue"/>
                <a:ea typeface="Helvetica Neue"/>
                <a:cs typeface="Helvetica Neue"/>
              </a:rPr>
              <a:t>Help managers focus attention, prepare stronger conversations and turn each session into measurable action.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C65B34-1E0D-46D2-B812-06DE4FE8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6265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PRIORITIZE • PREPARE • COACH • COMMIT • TRACK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6208A-0CCD-4675-B878-25C6A523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14350"/>
            <a:ext cx="6515100" cy="582930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F6F4FF"/>
          </a:solidFill>
          <a:ln xmlns:a="http://schemas.openxmlformats.org/drawingml/2006/main" w="9525">
            <a:solidFill>
              <a:srgbClr val="D4CF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fb213a6fb4ea8"/>
          <a:srcRect xmlns:a="http://schemas.openxmlformats.org/drawingml/2006/main" l="21826" t="0" r="218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19700" y="514350"/>
            <a:ext cx="6515100" cy="5829300"/>
          </a:xfrm>
          <a:prstGeom xmlns:a="http://schemas.openxmlformats.org/drawingml/2006/main" prst="roundRect">
            <a:avLst>
              <a:gd name="adj" fmla="val 1961"/>
            </a:avLst>
          </a:prstGeom>
        </p:spPr>
      </p:pic>
    </p:spTree>
    <p:extLst>
      <p:ext uri="{BB962C8B-B14F-4D97-AF65-F5344CB8AC3E}">
        <p14:creationId xmlns:p14="http://schemas.microsoft.com/office/powerpoint/2010/main" val="5786250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D39A67-008B-4366-A91B-4367D16F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rPr>
              <a:t>THE OPERATIONAL CHALLENGE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61641E-CD68-45CA-9C7B-7FE206448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The dashboard is not the difficult part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52E8F-D4D6-4F7F-B92A-136D0D01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Managers can usually see the numbers. The harder job is deciding where to intervene, understanding what is driving the gap and sustaining follow-through.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BF9FB-2544-4508-BDDB-3FA5ACCF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2690813" cy="2914650"/>
          </a:xfrm>
          <a:prstGeom xmlns:a="http://schemas.openxmlformats.org/drawingml/2006/main" prst="roundRect">
            <a:avLst>
              <a:gd name="adj" fmla="val 4248"/>
            </a:avLst>
          </a:prstGeom>
          <a:solidFill xmlns:a="http://schemas.openxmlformats.org/drawingml/2006/main">
            <a:srgbClr val="F6F4FF"/>
          </a:solidFill>
          <a:ln xmlns:a="http://schemas.openxmlformats.org/drawingml/2006/main" w="9525">
            <a:solidFill>
              <a:srgbClr val="D4CF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4C535B-EEED-4B11-9190-8E64455F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A6A34-16A8-4D56-B93F-846E32F1C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233613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Too much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6A6DF-CD11-4093-A45E-2FA452CA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223361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068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Performance data is available, but attention is not prioritized around the people and behaviors that matter most.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A70C0C-D091-4963-80D6-95B7F906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463" y="2476500"/>
            <a:ext cx="2690813" cy="2914650"/>
          </a:xfrm>
          <a:prstGeom xmlns:a="http://schemas.openxmlformats.org/drawingml/2006/main" prst="roundRect">
            <a:avLst>
              <a:gd name="adj" fmla="val 4248"/>
            </a:avLst>
          </a:prstGeom>
          <a:solidFill xmlns:a="http://schemas.openxmlformats.org/drawingml/2006/main">
            <a:srgbClr val="F6F4FF"/>
          </a:solidFill>
          <a:ln xmlns:a="http://schemas.openxmlformats.org/drawingml/2006/main" w="9525">
            <a:solidFill>
              <a:srgbClr val="D4CF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36693-9018-4586-93A6-527D28E7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2686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83C88-1633-46B5-AE37-A8F97449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3143250"/>
            <a:ext cx="2233613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Uneven preparation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478EA-7325-4348-861B-949B1350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4076700"/>
            <a:ext cx="223361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The quality of a coaching conversation depends heavily on each manager’s time and experience.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02EB90-13FA-4FCB-B950-2C914A84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476500"/>
            <a:ext cx="2690813" cy="2914650"/>
          </a:xfrm>
          <a:prstGeom xmlns:a="http://schemas.openxmlformats.org/drawingml/2006/main" prst="roundRect">
            <a:avLst>
              <a:gd name="adj" fmla="val 4248"/>
            </a:avLst>
          </a:prstGeom>
          <a:solidFill xmlns:a="http://schemas.openxmlformats.org/drawingml/2006/main">
            <a:srgbClr val="F6F4FF"/>
          </a:solidFill>
          <a:ln xmlns:a="http://schemas.openxmlformats.org/drawingml/2006/main" w="9525">
            <a:solidFill>
              <a:srgbClr val="D4CF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F2C2B6-01CD-41F8-AC93-CAF62846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686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ED3D69-95D9-4056-912B-F230100A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143250"/>
            <a:ext cx="2233613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Weak follow-through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AC3FED-5456-4D20-BAFD-FA042380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76700"/>
            <a:ext cx="223361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Good conversations fade when commitments are not linked to measures, owners and check-ins.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5383FE-7DC8-46D7-890E-DAE03249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2476500"/>
            <a:ext cx="2690813" cy="2914650"/>
          </a:xfrm>
          <a:prstGeom xmlns:a="http://schemas.openxmlformats.org/drawingml/2006/main" prst="roundRect">
            <a:avLst>
              <a:gd name="adj" fmla="val 4248"/>
            </a:avLst>
          </a:prstGeom>
          <a:solidFill xmlns:a="http://schemas.openxmlformats.org/drawingml/2006/main">
            <a:srgbClr val="EAE5FF"/>
          </a:solidFill>
          <a:ln xmlns:a="http://schemas.openxmlformats.org/drawingml/2006/main" w="9525">
            <a:solidFill>
              <a:srgbClr val="5A35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D3D5D1-1A41-4313-8C41-DADF31E1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588" y="26860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BDE2AF-B8A5-485B-9E78-60001430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588" y="3143250"/>
            <a:ext cx="2233613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Limited visibility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838C69-2A5E-4D6A-99C6-7B65B9A4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588" y="4076700"/>
            <a:ext cx="2233613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Leaders struggle to see whether coaching activity is changing performance over time.</a:t>
            </a:r>
          </a:p>
        </p:txBody>
      </p:sp>
      <p:cxnSp>
        <p:nvCxnSpPr>
          <p:cNvPr id="42" name=""/>
          <p:cNvCxnSpPr/>
          <p:nvPr/>
        </p:nvCxnSpPr>
        <p:spPr>
          <a:xfrm xmlns:a="http://schemas.openxmlformats.org/drawingml/2006/main">
            <a:off x="457200" y="64198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4CFF0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5E1204-4C45-4865-9B15-6B1445CC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PerformX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64980B-A8EB-476E-9DA6-19554E2F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51099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6C1EF2-97F3-4928-AB37-D0DC6F870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rPr>
              <a:t>ONE CONNECTED WORKFLOW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54C4E2-3F95-4ED6-B6A2-10673643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PerformX closes the loop between insight and improvement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42845-35EA-48D4-8FFD-2BBCD671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Each coaching cycle begins with evidence and ends with a visible commitment that can be reviewed against performance.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723900" y="3219450"/>
            <a:ext cx="10744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4CFF0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3928C-B40C-4DF2-94E7-3A56FC7E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48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35E8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66027-105E-42C6-A896-06A6F8FD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193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9368B-906F-4DCE-ACDC-6157E221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38100" y="36195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Prioritize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86586-9C37-41DF-AE5B-F0B1F195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7150" y="41148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Surface who needs attention and why.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000F9-9F9B-416C-967F-AFA3C097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290" y="3048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35E8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C877FC-724C-4B52-8CFC-F731A92B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8840" y="24193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D8308-38AD-4C47-8003-F5E79B12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740" y="36195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Diagnose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F360A0-0BC4-4DE1-A563-D5DECBEC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1690" y="41148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Connect KPI gaps to likely behaviors.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D59BF1-C91A-43D5-81DD-8FDC32C8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0130" y="3048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35E8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E0B58A-F448-45FE-B730-9E9D95740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4193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F443BC-CE0B-49E8-91BB-F834487E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9580" y="36195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Prepare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02A235-5279-4B5A-B03F-F91CAC8D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0530" y="41148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Draft themes, questions and a session plan.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530BF7-65AD-4170-B92B-E9F98670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8970" y="3048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35E8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0F0A3A-B66D-4A55-8CE0-1A166DA6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4193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864920-FC6C-44D2-BC8E-D2FDBE65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8420" y="36195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Coach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00C792-1F34-4C99-9319-9ED6C91D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9370" y="41148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Guide a focused manager-led conversation.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328F07-C2FE-4F3B-B860-0FBC2900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7810" y="3048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35E8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B423BA-5C25-4256-AAB1-90712E36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4193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0FC0C9-03F8-4CC1-AFDB-C649851B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7260" y="36195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Commit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D4D468-6E9B-493D-9921-7548BE1F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8210" y="41148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Turn discussion into KPI-linked actions.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86A29A-FB19-4CEC-9200-6674C935B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048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35E8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A124C0-85FD-4D3C-9EC4-FD9B73DD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419350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808DA9-72BB-4F2E-B8D6-50198C58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6195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Track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F4DEEF-5105-473D-B705-CE6D6291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114800"/>
            <a:ext cx="1562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Review progress, trends and follow-up.</a:t>
            </a:r>
          </a:p>
        </p:txBody>
      </p:sp>
      <p:cxnSp>
        <p:nvCxnSpPr>
          <p:cNvPr id="60" name=""/>
          <p:cNvCxnSpPr/>
          <p:nvPr/>
        </p:nvCxnSpPr>
        <p:spPr>
          <a:xfrm xmlns:a="http://schemas.openxmlformats.org/drawingml/2006/main">
            <a:off x="457200" y="64198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4CFF0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03029B-C9EF-427B-BF77-4A13F86A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PerformX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8193B3-629F-4136-8697-D8F550E6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906826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74F524-4CBF-4914-BFDE-69F7BC4D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rPr>
              <a:t>PERFORMANCE COMMAND CENTER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D285BC-D274-4620-9691-9A3A0A4B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Direct coaching attention where it can move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C94B5-8231-4F52-846E-AF01B9F4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95425"/>
            <a:ext cx="5781675" cy="440055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6F4FF"/>
          </a:solidFill>
          <a:ln xmlns:a="http://schemas.openxmlformats.org/drawingml/2006/main" w="9525">
            <a:solidFill>
              <a:srgbClr val="D4CF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101a72f5fe4e79"/>
          <a:srcRect xmlns:a="http://schemas.openxmlformats.org/drawingml/2006/main" l="16880" t="0" r="168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1495425"/>
            <a:ext cx="5781675" cy="4400550"/>
          </a:xfrm>
          <a:prstGeom xmlns:a="http://schemas.openxmlformats.org/drawingml/2006/main" prst="roundRect">
            <a:avLst>
              <a:gd name="adj" fmla="val 259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8C849-0E8E-4139-BB2A-5B998AC23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000750"/>
            <a:ext cx="5781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 i="1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1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Product screenshot • illustrative demo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ECC3BB-84A0-4A5A-B530-A2CF52E9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5000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Move from a static ranking to a prioritized coaching queue with visible root-cause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D010D-4716-45C6-9521-4F054112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1C424-76AA-4721-9EB1-64420916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4733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Manager focus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33E889-CB81-4D59-A82A-AB7C6918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4733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Rank attention using performance context, coaching priority and current plans.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B982CE-7774-4D8C-86BF-8DC17495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6374FF-E41C-4160-9218-677712E29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4733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Team visibility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24537-6E80-46C2-8171-30E1081F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4733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97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Review scores, trends and organizational context without losing the individual.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6FA471-5A02-4100-83F5-5BD42B5A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8A4753-6033-4929-A470-99D06EB0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4733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Clear next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7B34CC-A541-414A-AAD2-5FA5FCAD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4733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03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Move directly from an identified gap into strategy, coaching or KPI review.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57200" y="64198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4CFF0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A4D56E-3DAF-47E3-9965-B6732ADF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PerformX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F849FF-AAC7-478E-AAC8-7B10ABDE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67292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F7B68C-EB49-4797-8D46-C6E3CF6B1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rPr>
              <a:t>AI-ASSISTED COACHING STRATEGY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DC95D3B-0ACA-4BF6-83EA-6FA3368B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Give every manager a stronger preparation ritual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C5E7D-0A1F-4F94-B229-6A4D3381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95425"/>
            <a:ext cx="5905500" cy="440055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6F4FF"/>
          </a:solidFill>
          <a:ln xmlns:a="http://schemas.openxmlformats.org/drawingml/2006/main" w="9525">
            <a:solidFill>
              <a:srgbClr val="D4CF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11068e0004475e"/>
          <a:srcRect xmlns:a="http://schemas.openxmlformats.org/drawingml/2006/main" l="16171" t="0" r="161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495425"/>
            <a:ext cx="5905500" cy="4400550"/>
          </a:xfrm>
          <a:prstGeom xmlns:a="http://schemas.openxmlformats.org/drawingml/2006/main" prst="roundRect">
            <a:avLst>
              <a:gd name="adj" fmla="val 259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D7590-64CB-422C-816A-416CCCFF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007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 i="1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1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Product screenshot • illustrative demo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A670A-37EF-40FB-A3A9-A40420C54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383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Transform a performance diagnosis into themes, probing questions and a structured session game plan.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B9236-86AD-437B-A1B8-8EA70966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86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97F63D-C62A-4C70-9BBC-BCB40247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4800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Contextual preparation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59404-C049-436E-821A-23C7445B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43275"/>
            <a:ext cx="468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Ground the strategy in the employee’s KPI gaps and the selected coaching objective.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C1BC50-8457-4124-B4C8-B7B5D90F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848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699CB9-6C6B-488E-ACB1-794163444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1000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Consistent structure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DA8030-0071-4862-B0F8-141A1B5F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05275"/>
            <a:ext cx="468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Support opening, probing and closing phases while preserving the manager’s own voice.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279DE0-8CD5-4991-90E0-C809876E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610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39BE4A-6E84-42B4-BC1D-EFB3D42B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57200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Human 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95616-433E-4DE3-82EE-33D1C391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67275"/>
            <a:ext cx="468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Managers review and adapt suggested themes, questions and tactics before the session.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57200" y="64198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4CFF0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C77B23-8EDD-45C5-A493-FDF7A224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PerformX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CDF7EA-B605-428E-89AB-60423C46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95954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DD8A4-0950-44BC-A336-197BAB4FD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rPr>
              <a:t>KPI-LINKED ACTION PLAN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EB285B-2C40-492D-AFEF-8B975A85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Turn the conversation into accountable 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EE46C-42A1-408B-A950-34D16DEE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95425"/>
            <a:ext cx="5781675" cy="440055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6F4FF"/>
          </a:solidFill>
          <a:ln xmlns:a="http://schemas.openxmlformats.org/drawingml/2006/main" w="9525">
            <a:solidFill>
              <a:srgbClr val="D4CF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1e1015160478c"/>
          <a:srcRect xmlns:a="http://schemas.openxmlformats.org/drawingml/2006/main" l="16880" t="0" r="168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1495425"/>
            <a:ext cx="5781675" cy="4400550"/>
          </a:xfrm>
          <a:prstGeom xmlns:a="http://schemas.openxmlformats.org/drawingml/2006/main" prst="roundRect">
            <a:avLst>
              <a:gd name="adj" fmla="val 259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AC8C18-827A-45EA-92BC-88E00B3B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000750"/>
            <a:ext cx="5781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r">
              <a:defRPr sz="750" b="0" i="1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0" i="1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Product screenshot • illustrative demo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64AB80-AE22-410A-9944-3320DBEE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50006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Capture concrete commitments, link each one to a measure and set the rhythm for follow-up.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3AB26-6653-4292-8796-82AF89D6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A8063-01A6-4DF7-A0D7-C6809655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4733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Specific commitments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497346-69C7-42BA-8423-41671CEE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4733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Convert notes and strategy into actions that can be edited and agreed together.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22899-A979-44D0-A5C8-CCD4C614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EEC7D-0CA7-4706-AC62-2B0FE3FD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4733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Measures and targets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DBC6DC-6EA0-449D-B55D-215BC29F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05275"/>
            <a:ext cx="4733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83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Tie each action to the relevant KPI or behavior rather than a vague intention.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626875-C18B-40D0-9970-43B8D09C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A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3B9BCF-B7E5-4EE1-BFFA-C701115C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4733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Visible cadence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98FC9C-19D5-4E96-B9B0-EEE82240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4733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Set check-ins, track plan status and keep progress accessible to the right roles.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457200" y="64198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4CFF0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C94DC5-26A6-417A-8ED5-371CAEF7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PerformX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A0CA4F-DA4E-4C1B-B3D2-3117AF135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249187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1BA320-6CCD-444F-B066-01C2314A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rPr>
              <a:t>DESIGNED FOR ENTERPRISE ADOPTION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AD3BE8-B06A-4BDB-BA1C-A3F7979D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Flexible AI deployment without giving up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4001A-E3BF-4A80-8A07-8C7102CB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PerformX is built on Odoo 19 Community Edition and supports configurable AI providers, role-aware workspaces and structured performance records.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D1B9DD-3E3B-43E8-9138-51495E65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B2031-0745-425C-BE22-7651FF39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145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Provider choice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7DA0A-2F05-4E80-9425-31155F0F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Configure OpenAI, Mistral or a local Ollama deployment according to organizational requirements.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1066800" y="3752850"/>
            <a:ext cx="4762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4CFF0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67D606-16E0-4FF7-9553-CFCA5E95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33625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F2543-773A-44E9-B3CE-88861F5B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145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Role-aware experience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AE1F09-9639-4A82-A20B-C4E6C82F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0035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Tailor views and actions for employees, managers and regional leadership.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6838950" y="3752850"/>
            <a:ext cx="4762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4CFF0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8233A6-0683-4F9E-A670-DC827F01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67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C29282-A00D-442B-9946-85B3E85D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48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Structured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B60AB6-9710-48D0-A328-F91FE4FA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Keep KPIs, strategies, sessions and action plans connected as auditable business objects.</a:t>
            </a:r>
          </a:p>
        </p:txBody>
      </p:sp>
      <p:cxnSp>
        <p:nvCxnSpPr>
          <p:cNvPr id="37" name=""/>
          <p:cNvCxnSpPr/>
          <p:nvPr/>
        </p:nvCxnSpPr>
        <p:spPr>
          <a:xfrm xmlns:a="http://schemas.openxmlformats.org/drawingml/2006/main">
            <a:off x="1066800" y="5686425"/>
            <a:ext cx="4762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4CFF0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780495-6405-4B60-8ABB-D53690BD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672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253F99-3828-404C-B80B-D55C6B5D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481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Human 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A865C-32DD-4514-ACD6-E49C612B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33925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Use AI to prepare and assist while managers retain approval and ownership of coaching decisions.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6838950" y="5686425"/>
            <a:ext cx="4762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4CFF0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457200" y="641985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4CFF0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FF859E-3ABB-4998-9776-6D80816B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PerformX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BE0E70-3923-4034-BA31-BB5518FC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95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716457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27C2A-B0A9-4C34-A14B-D9BA2A15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35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A8087-0A2E-4DFD-A9A2-B0262FB5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2921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292164"/>
                </a:solidFill>
                <a:latin typeface="Helvetica Neue"/>
                <a:ea typeface="Helvetica Neue"/>
                <a:cs typeface="Helvetica Neue"/>
              </a:rPr>
              <a:t>PerformX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61731-04A5-41B4-BF76-1B52664DE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9906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 i="0">
                <a:solidFill>
                  <a:srgbClr val="181436"/>
                </a:solidFill>
                <a:latin typeface="Helvetica Neue"/>
                <a:ea typeface="Helvetica Neue"/>
                <a:cs typeface="Helvetica Neue"/>
              </a:rPr>
              <a:t>Make every coaching conversation count.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FACAD-247E-4D4E-AAB1-FD7939C1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863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5A35E8"/>
                </a:solidFill>
                <a:latin typeface="Helvetica Neue"/>
                <a:ea typeface="Helvetica Neue"/>
                <a:cs typeface="Helvetica Neue"/>
              </a:rPr>
              <a:t>Start with a role- and KPI-led demonstration.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C4842-B427-4607-81A5-BBD64D45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86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Connect one team’s performance signals and coaching workflow.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81849-2399-4FA0-BFFC-1316B431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864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68637E"/>
                </a:solidFill>
                <a:latin typeface="Helvetica Neue"/>
                <a:ea typeface="Helvetica Neue"/>
                <a:cs typeface="Helvetica Neue"/>
              </a:rPr>
              <a:t>Pilot the full loop from prioritization to measurable follow-up.</a:t>
            </a:r>
          </a:p>
        </p:txBody>
      </p:sp>
    </p:spTree>
    <p:extLst>
      <p:ext uri="{BB962C8B-B14F-4D97-AF65-F5344CB8AC3E}">
        <p14:creationId xmlns:p14="http://schemas.microsoft.com/office/powerpoint/2010/main" val="11684421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2026-07-26T10:58:37.7570000Z</dcterms:created>
  <dcterms:modified xsi:type="dcterms:W3CDTF">2026-07-26T10:58:37.7570000Z</dcterms:modified>
</coreProperties>
</file>